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2"/>
    <p:restoredTop sz="94719"/>
  </p:normalViewPr>
  <p:slideViewPr>
    <p:cSldViewPr snapToGrid="0">
      <p:cViewPr varScale="1">
        <p:scale>
          <a:sx n="124" d="100"/>
          <a:sy n="124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29B8-5414-6832-0EEA-30CBFDCEC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A346A-482B-EF02-764A-4469EB49C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82CDC-E163-B0D4-CC58-CE6227523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9028B-5E10-5A71-95A5-8C225633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DB106-D3ED-B188-9F2E-28032267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60325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98C29-1CAF-C271-015B-7773C8FB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D463A-DEBA-A328-E4D5-E8FDC25F2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CCDF-9477-1B70-5E1A-C5ACC6C3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1196D-B032-6792-FB87-30F0E784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A7CE-8856-CDD2-E1B2-058C4369D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13219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C5AD3-3ECF-7768-4F10-DC0ECCBA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A108F-6406-D78F-90F5-B9C525A9E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67018-2520-FEA0-7541-4BB32607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3AE2-1FB5-1403-1500-89578354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B8ABD-4AF6-22D5-64B7-FCB88754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395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AC86-3679-DC49-76C8-90EB5E41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3A077-AFA1-AE17-3CF3-47742D3DF9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A3832-9839-36B3-0AB5-07F695DD5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F36CD-3606-AEC0-5F8D-1132CF48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D5E97-2F98-F629-6ABA-B595BA00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7B1EF-E2E5-06A9-D0B7-A7F6A65D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660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BDED-2EC8-EF82-52CC-460BC7C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BD22D-8319-2FDF-40FC-133D62E91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761219-FEEE-7B4B-E8FE-C5FFDFB4D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8936F-74D3-CBD3-2F22-2B34DF0FB2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84BB2-08E8-E74C-3823-778C31ED5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D4990-93BB-95B9-A917-A9190DA7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E25E32-83B9-728A-8595-256846A8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2EF0D-A564-9522-5300-F6EF1CFA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7035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7456-F376-0592-B58A-58E8337C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58B65-E3EB-5457-C7BF-F49454CE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4A9DE-0054-71CD-3D63-988F0125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40C91-D838-ECB4-A9D5-27D9A63B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12046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C01B70-4A0D-A856-011E-3A6A3FEE1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6307E-D2F1-A245-5BE5-E1F79660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DA2D7-1E1B-D092-751C-5ADD934DC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8790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A35C-6F3C-1595-756E-AC5468146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E8AF2-38EE-660C-DBA4-BAA91411D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FCAAF-DF8C-09E5-F3DC-CC10F2EE1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0377C-892D-AF01-3002-D430B3FD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DD179-7F12-27CD-A8ED-B36249255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EE26D-7083-95E2-FA1F-E182FDA84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69545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FCD21-C0A0-3E7E-9ADD-FD27AA504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3E8C4-A014-BC8B-DA90-9BED614DA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D53BA-9DA1-0DE8-A985-21AA49958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3E50E-6578-1303-E2ED-9987145B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2BF28-CF20-1FC8-1B58-169B8CAD2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DCFE3-734C-9102-0203-D9C7290E0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07995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223A-3DC2-5DD7-3ACA-3C69B194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C2B400-CE6F-67A6-5F79-D659B83F5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3E684-19CE-F68C-5B62-0E826175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3847A-4661-DC28-2FCD-07F185BE2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CCF447-F123-23BF-4D8A-FC911993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38858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6FACE-1D34-A715-D0F1-3E792AB646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4F91F-EF75-C4FA-C3A0-4159E9DF8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CFA59-DD32-A726-0F34-FA4070DA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AC3F-5B26-EFDB-E71B-E822F4FD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48448-AD4B-0B42-DA17-8BF8C9FB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36994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99FAD-A949-0754-9A41-945777360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40335-4B6F-95BB-86FE-6E185D622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F8D94-B31E-D490-B1CC-D60C5556B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C52FD8-A06A-B64D-9853-89C378BE40D4}" type="datetimeFigureOut">
              <a:rPr lang="en-CH" smtClean="0"/>
              <a:t>16.05.23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0235E-BD08-17F0-50A7-3DC24B998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626B1-2851-6D18-463E-9630A2F41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1B657-EB86-1341-9BA8-F9DDB670BD6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631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764F77-8CD6-C5DA-9EEC-5D44DEE05769}"/>
              </a:ext>
            </a:extLst>
          </p:cNvPr>
          <p:cNvSpPr/>
          <p:nvPr/>
        </p:nvSpPr>
        <p:spPr>
          <a:xfrm>
            <a:off x="821932" y="1438381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Intelligience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19AD19-7DCF-B51A-3542-670438591BC0}"/>
              </a:ext>
            </a:extLst>
          </p:cNvPr>
          <p:cNvSpPr/>
          <p:nvPr/>
        </p:nvSpPr>
        <p:spPr>
          <a:xfrm>
            <a:off x="821933" y="4230384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Curated 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59E0A-457D-872D-8CAA-C0CD54A2E242}"/>
              </a:ext>
            </a:extLst>
          </p:cNvPr>
          <p:cNvSpPr/>
          <p:nvPr/>
        </p:nvSpPr>
        <p:spPr>
          <a:xfrm>
            <a:off x="3512048" y="2834382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Joint Digital Product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8EC2B-7502-8B46-671D-24B26A7FC1F9}"/>
              </a:ext>
            </a:extLst>
          </p:cNvPr>
          <p:cNvSpPr/>
          <p:nvPr/>
        </p:nvSpPr>
        <p:spPr>
          <a:xfrm>
            <a:off x="3512049" y="1438381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Own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BE7354-A524-651D-7F86-22FF54DDCCE2}"/>
              </a:ext>
            </a:extLst>
          </p:cNvPr>
          <p:cNvSpPr/>
          <p:nvPr/>
        </p:nvSpPr>
        <p:spPr>
          <a:xfrm>
            <a:off x="3512049" y="4230384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Own Services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6A4145-4767-8CE7-6A90-61E547274C2E}"/>
              </a:ext>
            </a:extLst>
          </p:cNvPr>
          <p:cNvSpPr/>
          <p:nvPr/>
        </p:nvSpPr>
        <p:spPr>
          <a:xfrm>
            <a:off x="5750102" y="2428551"/>
            <a:ext cx="1397285" cy="18506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LLMs</a:t>
            </a:r>
          </a:p>
          <a:p>
            <a:pPr algn="ctr"/>
            <a:r>
              <a:rPr lang="en-CH" dirty="0"/>
              <a:t>Large Language Models Based Assistance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D0602C-43E5-E540-7F64-B2F295119405}"/>
              </a:ext>
            </a:extLst>
          </p:cNvPr>
          <p:cNvSpPr/>
          <p:nvPr/>
        </p:nvSpPr>
        <p:spPr>
          <a:xfrm>
            <a:off x="7638834" y="1438381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Pre Set Reports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1EB612-5FD8-C1E7-02B7-972C54F25AC8}"/>
              </a:ext>
            </a:extLst>
          </p:cNvPr>
          <p:cNvSpPr/>
          <p:nvPr/>
        </p:nvSpPr>
        <p:spPr>
          <a:xfrm>
            <a:off x="9311810" y="1438380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Q&amp;A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389844-C06F-5EC9-E568-8996AB78B7A7}"/>
              </a:ext>
            </a:extLst>
          </p:cNvPr>
          <p:cNvSpPr/>
          <p:nvPr/>
        </p:nvSpPr>
        <p:spPr>
          <a:xfrm>
            <a:off x="7638834" y="2428551"/>
            <a:ext cx="1397285" cy="8116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H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1557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359E09-390C-2679-D221-97D64834C6E2}"/>
              </a:ext>
            </a:extLst>
          </p:cNvPr>
          <p:cNvSpPr txBox="1"/>
          <p:nvPr/>
        </p:nvSpPr>
        <p:spPr>
          <a:xfrm>
            <a:off x="955496" y="965770"/>
            <a:ext cx="798148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SaaS Paid Service</a:t>
            </a:r>
          </a:p>
          <a:p>
            <a:endParaRPr lang="en-CH" dirty="0"/>
          </a:p>
          <a:p>
            <a:pPr marL="342900" indent="-342900">
              <a:buAutoNum type="arabicPeriod"/>
            </a:pPr>
            <a:r>
              <a:rPr lang="en-CH" dirty="0"/>
              <a:t>Use cases?</a:t>
            </a:r>
          </a:p>
          <a:p>
            <a:pPr marL="800100" lvl="1" indent="-342900">
              <a:buAutoNum type="arabicPeriod"/>
            </a:pPr>
            <a:r>
              <a:rPr lang="en-CH" dirty="0"/>
              <a:t>ChatBot</a:t>
            </a:r>
          </a:p>
          <a:p>
            <a:pPr marL="800100" lvl="1" indent="-342900">
              <a:buAutoNum type="arabicPeriod"/>
            </a:pPr>
            <a:r>
              <a:rPr lang="en-CH" dirty="0"/>
              <a:t>Report Short or Long Form Report</a:t>
            </a:r>
          </a:p>
          <a:p>
            <a:pPr marL="800100" lvl="1" indent="-342900">
              <a:buAutoNum type="arabicPeriod"/>
            </a:pPr>
            <a:endParaRPr lang="en-CH" dirty="0"/>
          </a:p>
          <a:p>
            <a:pPr marL="342900" indent="-342900">
              <a:buAutoNum type="arabicPeriod"/>
            </a:pPr>
            <a:r>
              <a:rPr lang="en-CH" dirty="0"/>
              <a:t>Build a Database of reliable information</a:t>
            </a:r>
          </a:p>
          <a:p>
            <a:pPr marL="342900" indent="-342900">
              <a:buAutoNum type="arabicPeriod"/>
            </a:pPr>
            <a:r>
              <a:rPr lang="en-CH" dirty="0"/>
              <a:t>Build a Database of reliable sources</a:t>
            </a:r>
          </a:p>
          <a:p>
            <a:pPr marL="342900" indent="-342900">
              <a:buAutoNum type="arabicPeriod"/>
            </a:pPr>
            <a:r>
              <a:rPr lang="en-CH" dirty="0"/>
              <a:t>Prototype some use cases</a:t>
            </a:r>
          </a:p>
          <a:p>
            <a:pPr marL="342900" indent="-342900">
              <a:buAutoNum type="arabicPeriod"/>
            </a:pPr>
            <a:endParaRPr lang="en-CH" dirty="0"/>
          </a:p>
          <a:p>
            <a:r>
              <a:rPr lang="en-CH" dirty="0"/>
              <a:t>Level 1 – ChatBot with reliable data</a:t>
            </a:r>
          </a:p>
          <a:p>
            <a:r>
              <a:rPr lang="en-CH" dirty="0"/>
              <a:t>Level 2 – Agent that Prepare Reports based on Existing Materials (DataBase) + Links</a:t>
            </a:r>
          </a:p>
          <a:p>
            <a:r>
              <a:rPr lang="en-CH" dirty="0"/>
              <a:t>Level 2 – Auto Analyst -&gt; Goal -&gt; Answer</a:t>
            </a:r>
          </a:p>
          <a:p>
            <a:endParaRPr lang="en-CH" dirty="0"/>
          </a:p>
          <a:p>
            <a:r>
              <a:rPr lang="en-CH" dirty="0"/>
              <a:t>Wave 1</a:t>
            </a:r>
          </a:p>
          <a:p>
            <a:pPr marL="342900" indent="-342900">
              <a:buAutoNum type="arabicPeriod"/>
            </a:pPr>
            <a:r>
              <a:rPr lang="en-CH" dirty="0"/>
              <a:t>Open Sources Reports, Articles</a:t>
            </a:r>
          </a:p>
          <a:p>
            <a:pPr marL="342900" indent="-342900">
              <a:buAutoNum type="arabicPeriod"/>
            </a:pPr>
            <a:r>
              <a:rPr lang="en-CH" dirty="0"/>
              <a:t>Topic: Digital Health, Microbiome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527499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97</Words>
  <Application>Microsoft Macintosh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2023-05-16T09:08:08Z</dcterms:created>
  <dcterms:modified xsi:type="dcterms:W3CDTF">2023-05-16T09:36:00Z</dcterms:modified>
</cp:coreProperties>
</file>